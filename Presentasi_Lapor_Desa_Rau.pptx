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1" d="100"/>
          <a:sy n="121" d="100"/>
        </p:scale>
        <p:origin x="15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444752" y="1170432"/>
            <a:ext cx="9445752" cy="4663440"/>
          </a:xfrm>
          <a:prstGeom prst="round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371600" y="1097280"/>
            <a:ext cx="9445752" cy="4663440"/>
          </a:xfrm>
          <a:prstGeom prst="roundRect">
            <a:avLst/>
          </a:prstGeom>
          <a:solidFill>
            <a:srgbClr val="FFE600"/>
          </a:solidFill>
          <a:ln w="3175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dirty="0">
                <a:solidFill>
                  <a:srgbClr val="121212"/>
                </a:solidFill>
              </a:rPr>
              <a:t>SISTEM ASPIRASI &amp; PENGADUAN WARGA DESA</a:t>
            </a:r>
          </a:p>
          <a:p>
            <a:pPr algn="ctr"/>
            <a:r>
              <a:rPr sz="4000" b="1" dirty="0">
                <a:solidFill>
                  <a:srgbClr val="121212"/>
                </a:solidFill>
              </a:rPr>
              <a:t>LAPOR DESA RAU ★</a:t>
            </a:r>
          </a:p>
          <a:p>
            <a:pPr algn="ctr"/>
            <a:r>
              <a:rPr sz="1600" b="1" dirty="0" err="1">
                <a:solidFill>
                  <a:srgbClr val="121212"/>
                </a:solidFill>
              </a:rPr>
              <a:t>Aplikasi</a:t>
            </a:r>
            <a:r>
              <a:rPr sz="1600" b="1" dirty="0">
                <a:solidFill>
                  <a:srgbClr val="121212"/>
                </a:solidFill>
              </a:rPr>
              <a:t> </a:t>
            </a:r>
            <a:r>
              <a:rPr sz="1600" b="1" dirty="0" err="1">
                <a:solidFill>
                  <a:srgbClr val="121212"/>
                </a:solidFill>
              </a:rPr>
              <a:t>Pelaporan</a:t>
            </a:r>
            <a:r>
              <a:rPr sz="1600" b="1" dirty="0">
                <a:solidFill>
                  <a:srgbClr val="121212"/>
                </a:solidFill>
              </a:rPr>
              <a:t> </a:t>
            </a:r>
            <a:r>
              <a:rPr sz="1600" b="1" dirty="0" err="1">
                <a:solidFill>
                  <a:srgbClr val="121212"/>
                </a:solidFill>
              </a:rPr>
              <a:t>Cepat</a:t>
            </a:r>
            <a:r>
              <a:rPr sz="1600" b="1" dirty="0">
                <a:solidFill>
                  <a:srgbClr val="121212"/>
                </a:solidFill>
              </a:rPr>
              <a:t> </a:t>
            </a:r>
            <a:r>
              <a:rPr sz="1600" b="1" dirty="0" err="1">
                <a:solidFill>
                  <a:srgbClr val="121212"/>
                </a:solidFill>
              </a:rPr>
              <a:t>Berbasis</a:t>
            </a:r>
            <a:r>
              <a:rPr sz="1600" b="1" dirty="0">
                <a:solidFill>
                  <a:srgbClr val="121212"/>
                </a:solidFill>
              </a:rPr>
              <a:t> GPS Geofencing (Radius 2.0 KM)
</a:t>
            </a:r>
            <a:r>
              <a:rPr sz="1600" b="1" dirty="0" err="1">
                <a:solidFill>
                  <a:srgbClr val="121212"/>
                </a:solidFill>
              </a:rPr>
              <a:t>Kecamatan</a:t>
            </a:r>
            <a:r>
              <a:rPr sz="1600" b="1" dirty="0">
                <a:solidFill>
                  <a:srgbClr val="121212"/>
                </a:solidFill>
              </a:rPr>
              <a:t> </a:t>
            </a:r>
            <a:r>
              <a:rPr sz="1600" b="1" dirty="0" err="1">
                <a:solidFill>
                  <a:srgbClr val="121212"/>
                </a:solidFill>
              </a:rPr>
              <a:t>Kedung</a:t>
            </a:r>
            <a:r>
              <a:rPr sz="1600" b="1" dirty="0">
                <a:solidFill>
                  <a:srgbClr val="121212"/>
                </a:solidFill>
              </a:rPr>
              <a:t>, </a:t>
            </a:r>
            <a:r>
              <a:rPr sz="1600" b="1" dirty="0" err="1">
                <a:solidFill>
                  <a:srgbClr val="121212"/>
                </a:solidFill>
              </a:rPr>
              <a:t>Kabupaten</a:t>
            </a:r>
            <a:r>
              <a:rPr sz="1600" b="1" dirty="0">
                <a:solidFill>
                  <a:srgbClr val="121212"/>
                </a:solidFill>
              </a:rPr>
              <a:t> </a:t>
            </a:r>
            <a:r>
              <a:rPr sz="1600" b="1" dirty="0" err="1">
                <a:solidFill>
                  <a:srgbClr val="121212"/>
                </a:solidFill>
              </a:rPr>
              <a:t>Jepara</a:t>
            </a:r>
            <a:endParaRPr sz="1600" b="1" dirty="0">
              <a:solidFill>
                <a:srgbClr val="121212"/>
              </a:solidFill>
            </a:endParaRPr>
          </a:p>
          <a:p>
            <a:pPr algn="ctr"/>
            <a:r>
              <a:rPr sz="1200" b="1" dirty="0">
                <a:solidFill>
                  <a:srgbClr val="121212"/>
                </a:solidFill>
              </a:rPr>
              <a:t>
https://lapor-desa-rau.vercel.app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04672" y="621792"/>
            <a:ext cx="10725912" cy="822960"/>
          </a:xfrm>
          <a:prstGeom prst="round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548640"/>
            <a:ext cx="10725912" cy="822960"/>
          </a:xfrm>
          <a:prstGeom prst="roundRect">
            <a:avLst/>
          </a:prstGeom>
          <a:solidFill>
            <a:srgbClr val="121212"/>
          </a:solidFill>
          <a:ln w="3175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E600"/>
                </a:solidFill>
              </a:rPr>
              <a:t>KENAPA DESA RAU BUTUH APLIKASI INI?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" y="1719072"/>
            <a:ext cx="5120640" cy="4389120"/>
          </a:xfrm>
          <a:prstGeom prst="round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99C8"/>
          </a:solidFill>
          <a:ln w="3175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121212"/>
                </a:solidFill>
              </a:rPr>
              <a:t>❌ MASALAH CARA LAMA:</a:t>
            </a:r>
          </a:p>
          <a:p>
            <a:r>
              <a:rPr sz="1200" b="1">
                <a:solidFill>
                  <a:srgbClr val="121212"/>
                </a:solidFill>
              </a:rPr>
              <a:t>1. Warga sungkan / enggan lapor langsung ke kantor desa.</a:t>
            </a:r>
          </a:p>
          <a:p>
            <a:r>
              <a:rPr sz="1200" b="1">
                <a:solidFill>
                  <a:srgbClr val="121212"/>
                </a:solidFill>
              </a:rPr>
              <a:t>2. Laporan sering tertimbun di chat WA grup warga dan terlupakan.</a:t>
            </a:r>
          </a:p>
          <a:p>
            <a:r>
              <a:rPr sz="1200" b="1">
                <a:solidFill>
                  <a:srgbClr val="121212"/>
                </a:solidFill>
              </a:rPr>
              <a:t>3. Lokasi jalan/lampu rusak tidak akurat (petugas bingung mencari titik masalah).</a:t>
            </a:r>
          </a:p>
          <a:p>
            <a:r>
              <a:rPr sz="1200" b="1">
                <a:solidFill>
                  <a:srgbClr val="121212"/>
                </a:solidFill>
              </a:rPr>
              <a:t>4. Tidak ada kejelasan apakah laporan sudah dikerjakan atau belum.</a:t>
            </a:r>
          </a:p>
          <a:p>
            <a:r>
              <a:rPr sz="1200" b="1">
                <a:solidFill>
                  <a:srgbClr val="121212"/>
                </a:solidFill>
              </a:rPr>
              <a:t>5. Biaya pengadaan aplikasi desa biasanya sangat mahal.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82512" y="1719072"/>
            <a:ext cx="5120640" cy="4389120"/>
          </a:xfrm>
          <a:prstGeom prst="round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A7F3D0"/>
          </a:solidFill>
          <a:ln w="3175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121212"/>
                </a:solidFill>
              </a:rPr>
              <a:t>✅ SOLUSI LAPOR.RAU:</a:t>
            </a:r>
          </a:p>
          <a:p>
            <a:r>
              <a:rPr sz="1200" b="1">
                <a:solidFill>
                  <a:srgbClr val="121212"/>
                </a:solidFill>
              </a:rPr>
              <a:t>1. Lapor 24 jam dari HP tanpa repot daftar akun/password.</a:t>
            </a:r>
          </a:p>
          <a:p>
            <a:r>
              <a:rPr sz="1200" b="1">
                <a:solidFill>
                  <a:srgbClr val="121212"/>
                </a:solidFill>
              </a:rPr>
              <a:t>2. Setiap aduan punya Kode Tiket resmi &amp; masuk antrean sistem.</a:t>
            </a:r>
          </a:p>
          <a:p>
            <a:r>
              <a:rPr sz="1200" b="1">
                <a:solidFill>
                  <a:srgbClr val="121212"/>
                </a:solidFill>
              </a:rPr>
              <a:t>3. GPS HP otomatis mendeteksi titik koordinat presisi di peta.</a:t>
            </a:r>
          </a:p>
          <a:p>
            <a:r>
              <a:rPr sz="1200" b="1">
                <a:solidFill>
                  <a:srgbClr val="121212"/>
                </a:solidFill>
              </a:rPr>
              <a:t>4. Transparansi publik: Warga bisa memantau status sampai 'BERES'.</a:t>
            </a:r>
          </a:p>
          <a:p>
            <a:r>
              <a:rPr sz="1200" b="1">
                <a:solidFill>
                  <a:srgbClr val="121212"/>
                </a:solidFill>
              </a:rPr>
              <a:t>5. Biaya server Rp 0,- (Zero-Cost Cloud Architecture).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04672" y="621792"/>
            <a:ext cx="10725912" cy="822960"/>
          </a:xfrm>
          <a:prstGeom prst="round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548640"/>
            <a:ext cx="10725912" cy="822960"/>
          </a:xfrm>
          <a:prstGeom prst="roundRect">
            <a:avLst/>
          </a:prstGeom>
          <a:solidFill>
            <a:srgbClr val="FFE600"/>
          </a:solidFill>
          <a:ln w="3175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21212"/>
                </a:solidFill>
              </a:rPr>
              <a:t>FITUR-FITUR UNGGULAN UNTUK WARGA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" y="1719072"/>
            <a:ext cx="5120640" cy="2011680"/>
          </a:xfrm>
          <a:prstGeom prst="round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70D6FF"/>
          </a:solidFill>
          <a:ln w="3175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121212"/>
                </a:solidFill>
              </a:rPr>
              <a:t>📍 RADAR GPS GEOFENCE</a:t>
            </a:r>
          </a:p>
          <a:p>
            <a:r>
              <a:rPr sz="1100">
                <a:solidFill>
                  <a:srgbClr val="121212"/>
                </a:solidFill>
              </a:rPr>
              <a:t>Hanya warga dalam radius 2.0 km dari Balai Desa Rau yang bisa kirim laporan. Anti-hoaks dari orang luar.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82512" y="1719072"/>
            <a:ext cx="5120640" cy="2011680"/>
          </a:xfrm>
          <a:prstGeom prst="round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2011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121212"/>
                </a:solidFill>
              </a:rPr>
              <a:t>⚡ TANPA LOGIN &amp; RAMAH LANSIA</a:t>
            </a:r>
          </a:p>
          <a:p>
            <a:r>
              <a:rPr sz="1100">
                <a:solidFill>
                  <a:srgbClr val="121212"/>
                </a:solidFill>
              </a:rPr>
              <a:t>Cukup buka website di browser HP, langsung siap pakai. Bisa dipasang ke layar utama HP (PWA).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4005072"/>
            <a:ext cx="5120640" cy="2011680"/>
          </a:xfrm>
          <a:prstGeom prst="round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121212"/>
                </a:solidFill>
              </a:rPr>
              <a:t>📷 KOMPRESI FOTO OTOMATIS</a:t>
            </a:r>
          </a:p>
          <a:p>
            <a:r>
              <a:rPr sz="1100">
                <a:solidFill>
                  <a:srgbClr val="121212"/>
                </a:solidFill>
              </a:rPr>
              <a:t>Foto kamera HP 8 MB otomatis diperkecil jadi format WebP ~50 KB. Sangat hemat kuota dan kirim super cepat.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82512" y="4005072"/>
            <a:ext cx="5120640" cy="2011680"/>
          </a:xfrm>
          <a:prstGeom prst="round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09360" y="3931920"/>
            <a:ext cx="5120640" cy="2011680"/>
          </a:xfrm>
          <a:prstGeom prst="roundRect">
            <a:avLst/>
          </a:prstGeom>
          <a:solidFill>
            <a:srgbClr val="FF99C8"/>
          </a:solidFill>
          <a:ln w="3175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121212"/>
                </a:solidFill>
              </a:rPr>
              <a:t>🕵️ OPSI KIRIM ANONIM</a:t>
            </a:r>
          </a:p>
          <a:p>
            <a:r>
              <a:rPr sz="1100">
                <a:solidFill>
                  <a:srgbClr val="121212"/>
                </a:solidFill>
              </a:rPr>
              <a:t>Warga yang sungkan namanya terlihat tetangga bisa memilih mode anonim. Identitas terlindungi aman.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04672" y="621792"/>
            <a:ext cx="10725912" cy="822960"/>
          </a:xfrm>
          <a:prstGeom prst="round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548640"/>
            <a:ext cx="10725912" cy="822960"/>
          </a:xfrm>
          <a:prstGeom prst="roundRect">
            <a:avLst/>
          </a:prstGeom>
          <a:solidFill>
            <a:srgbClr val="121212"/>
          </a:solidFill>
          <a:ln w="3175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A7F3D0"/>
                </a:solidFill>
              </a:rPr>
              <a:t>PORTAL KHUSUS PETUGAS BALAI DESA (/kantor-desa)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" y="1719072"/>
            <a:ext cx="10725912" cy="4389120"/>
          </a:xfrm>
          <a:prstGeom prst="round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5912" cy="43891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21212"/>
                </a:solidFill>
              </a:rPr>
              <a:t>Fitur Rahasia &amp; Tersembunyi Khusus Staf Balai Desa (PIN: rau2026):</a:t>
            </a:r>
          </a:p>
          <a:p>
            <a:r>
              <a:rPr sz="1200" b="1">
                <a:solidFill>
                  <a:srgbClr val="121212"/>
                </a:solidFill>
              </a:rPr>
              <a:t>1. Triage Aduan: Mengubah status dari Menunggu ➔ Diproses ➔ Beres ✓ secara instan.</a:t>
            </a:r>
          </a:p>
          <a:p>
            <a:r>
              <a:rPr sz="1200" b="1">
                <a:solidFill>
                  <a:srgbClr val="121212"/>
                </a:solidFill>
              </a:rPr>
              <a:t>2. Tanggapan Resmi: Mengisi pesan perkembangan penanganan yang langsung terbaca oleh warga.</a:t>
            </a:r>
          </a:p>
          <a:p>
            <a:r>
              <a:rPr sz="1200" b="1">
                <a:solidFill>
                  <a:srgbClr val="121212"/>
                </a:solidFill>
              </a:rPr>
              <a:t>3. Upload Foto Bukti Perbaikan: Mengunggah foto hasil pengerjaan jalan/lampu yang sudah diperbaiki.</a:t>
            </a:r>
          </a:p>
          <a:p>
            <a:r>
              <a:rPr sz="1200" b="1">
                <a:solidFill>
                  <a:srgbClr val="121212"/>
                </a:solidFill>
              </a:rPr>
              <a:t>4. Tombol Chat WA Otomatis: Satu klik langsung terhubung ke WhatsApp warga pelapor dengan template pesan santun bahasa Jawa krama / Indonesia.</a:t>
            </a:r>
          </a:p>
          <a:p>
            <a:r>
              <a:rPr sz="1200" b="1">
                <a:solidFill>
                  <a:srgbClr val="121212"/>
                </a:solidFill>
              </a:rPr>
              <a:t>5. Ekspor Rekapitulasi CSV: Mengunduh data rekap bulanan ke format Excel/CSV untuk arsip laporan ke Kecamatan / BPD.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04672" y="621792"/>
            <a:ext cx="10725912" cy="822960"/>
          </a:xfrm>
          <a:prstGeom prst="round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548640"/>
            <a:ext cx="10725912" cy="822960"/>
          </a:xfrm>
          <a:prstGeom prst="roundRect">
            <a:avLst/>
          </a:prstGeom>
          <a:solidFill>
            <a:srgbClr val="FFE600"/>
          </a:solidFill>
          <a:ln w="3175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21212"/>
                </a:solidFill>
              </a:rPr>
              <a:t>PANDUAN 3 LANGKAH MUDAH UNTUK WARGA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" y="1719072"/>
            <a:ext cx="3383280" cy="4389120"/>
          </a:xfrm>
          <a:prstGeom prst="round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99C8"/>
          </a:solidFill>
          <a:ln w="3175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121212"/>
                </a:solidFill>
              </a:rPr>
              <a:t>LANGKAH 1 📸</a:t>
            </a:r>
          </a:p>
          <a:p>
            <a:r>
              <a:rPr sz="1300" b="1">
                <a:solidFill>
                  <a:srgbClr val="121212"/>
                </a:solidFill>
              </a:rPr>
              <a:t>Jepret Foto &amp; Lokasi</a:t>
            </a:r>
          </a:p>
          <a:p>
            <a:r>
              <a:rPr sz="1100" b="1">
                <a:solidFill>
                  <a:srgbClr val="121212"/>
                </a:solidFill>
              </a:rPr>
              <a:t>
Buka https://lapor-desa-rau.vercel.app dari HP. Foto masalah di lokasi kejadian (GPS otomatis mencatat titik koordinat).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62272" y="1719072"/>
            <a:ext cx="3383280" cy="4389120"/>
          </a:xfrm>
          <a:prstGeom prst="round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70D6FF"/>
          </a:solidFill>
          <a:ln w="3175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121212"/>
                </a:solidFill>
              </a:rPr>
              <a:t>LANGKAH 2 📝</a:t>
            </a:r>
          </a:p>
          <a:p>
            <a:r>
              <a:rPr sz="1300" b="1">
                <a:solidFill>
                  <a:srgbClr val="121212"/>
                </a:solidFill>
              </a:rPr>
              <a:t>Isi Keterangan</a:t>
            </a:r>
          </a:p>
          <a:p>
            <a:r>
              <a:rPr sz="1100" b="1">
                <a:solidFill>
                  <a:srgbClr val="121212"/>
                </a:solidFill>
              </a:rPr>
              <a:t>
Pilih jenis masalah (Jalan, Lampu, Sampah, Bansos), pilih nomor RT/RW, dan klik tombol 'Kirim ke Balai Desa'.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719072"/>
            <a:ext cx="3383280" cy="4389120"/>
          </a:xfrm>
          <a:prstGeom prst="round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A7F3D0"/>
          </a:solidFill>
          <a:ln w="3175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121212"/>
                </a:solidFill>
              </a:rPr>
              <a:t>LANGKAH 3 🔍</a:t>
            </a:r>
          </a:p>
          <a:p>
            <a:r>
              <a:rPr sz="1300" b="1">
                <a:solidFill>
                  <a:srgbClr val="121212"/>
                </a:solidFill>
              </a:rPr>
              <a:t>Pantau Sampai Beres</a:t>
            </a:r>
          </a:p>
          <a:p>
            <a:r>
              <a:rPr sz="1100" b="1">
                <a:solidFill>
                  <a:srgbClr val="121212"/>
                </a:solidFill>
              </a:rPr>
              <a:t>
Simpan nomor tiket unik laporan Anda atau lihat di menu 'PANTAU'. Pantau sampai statusnya berubah jadi BERES ✓.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444752" y="1444752"/>
            <a:ext cx="9445752" cy="4114800"/>
          </a:xfrm>
          <a:prstGeom prst="round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371600" y="1371600"/>
            <a:ext cx="9445752" cy="4114800"/>
          </a:xfrm>
          <a:prstGeom prst="roundRect">
            <a:avLst/>
          </a:prstGeom>
          <a:solidFill>
            <a:srgbClr val="121212"/>
          </a:solidFill>
          <a:ln w="31750">
            <a:solidFill>
              <a:srgbClr val="121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600" b="1">
                <a:solidFill>
                  <a:srgbClr val="FFE600"/>
                </a:solidFill>
              </a:rPr>
              <a:t>MATUR NUWUN SANGET</a:t>
            </a:r>
          </a:p>
          <a:p>
            <a:pPr algn="ctr"/>
            <a:r>
              <a:rPr sz="1600" b="1">
                <a:solidFill>
                  <a:srgbClr val="FFFFFF"/>
                </a:solidFill>
              </a:rPr>
              <a:t>
"Sareng-sareng Mbangun Desa Rau Supados Langkung Sae lan Maju"
</a:t>
            </a:r>
          </a:p>
          <a:p>
            <a:pPr algn="ctr"/>
            <a:r>
              <a:rPr sz="1400" b="1">
                <a:solidFill>
                  <a:srgbClr val="A7F3D0"/>
                </a:solidFill>
              </a:rPr>
              <a:t>Mari sosialisasikan ke grup WhatsApp RT dan warga Desa Rau:
👉 https://lapor-desa-rau.vercel.app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529</Words>
  <Application>Microsoft Office PowerPoint</Application>
  <PresentationFormat>Custom</PresentationFormat>
  <Paragraphs>46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Rizky</cp:lastModifiedBy>
  <cp:revision>2</cp:revision>
  <dcterms:created xsi:type="dcterms:W3CDTF">2013-01-27T09:14:16Z</dcterms:created>
  <dcterms:modified xsi:type="dcterms:W3CDTF">2026-08-25T18:23:23Z</dcterms:modified>
  <cp:category/>
</cp:coreProperties>
</file>